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10B981"/>
                </a:solidFill>
              </a:defRPr>
            </a:pPr>
            <a:r>
              <a:t>FilaClara</a:t>
            </a:r>
          </a:p>
          <a:p>
            <a:pPr>
              <a:spcBef>
                <a:spcPts val="1200"/>
              </a:spcBef>
              <a:defRPr sz="2800">
                <a:solidFill>
                  <a:srgbClr val="FFFFFF"/>
                </a:solidFill>
              </a:defRPr>
            </a:pPr>
            <a:r>
              <a:t>Filas Inteligentes para Serviços de Saúde com Acessibilidade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GCETENS843 — Projeto Algoritmo I</a:t>
            </a:r>
          </a:p>
          <a:p>
            <a:pPr>
              <a:defRPr sz="1800">
                <a:solidFill>
                  <a:srgbClr val="9CA3AF"/>
                </a:solidFill>
              </a:defRPr>
            </a:pPr>
            <a:r>
              <a:t>UFRB · CETENS · Bacharelado em Sistemas de Informação (EAD)</a:t>
            </a:r>
          </a:p>
          <a:p>
            <a:pPr>
              <a:defRPr sz="1800">
                <a:solidFill>
                  <a:srgbClr val="4F46E5"/>
                </a:solidFill>
              </a:defRPr>
            </a:pPr>
            <a:r>
              <a:t>Apresentação em 29/06/2026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0B981"/>
                </a:solidFill>
              </a:defRPr>
            </a:pPr>
            <a: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Filas presenciais em unidades de saúde geram desconforto,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ansiedade e perda de tempo para pacientes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Falta de transparência: paciente não sabe sua posição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nem o tempo estimado de espera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Barreiras de acessibilidade para PcD, TEA, idosos,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gestantes e pessoas com deficiência auditiva/visual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Soluções existentes são genéricas e não priorizam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acessibilidade desde o início do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Nossa Solução: FilaClara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Sistema de acompanhamento de filas em tempo real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Retirada de senha virtual pelo celular — sem necessidade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de ficar parado na recepção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Notificação antecipada quando o atendimento está próximo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Painel público transparente: mostra a sequência de chamadas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e reduz suspeita de favorecimento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Acessibilidade integrada: alto contraste, texto ampliado,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alerta visual, modo simples (TEA), leitura por voz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0B981"/>
                </a:solidFill>
              </a:defRPr>
            </a:pPr>
            <a:r>
              <a:t>Fluxograma do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1. Usuário entra no sistema (cadastro/login)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2. Solicita o atendimento desejado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3. É prioridade? → Fila Prioritária ou Convencional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4. Sistema gera senha e posiciona na fila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5. Topo da fila é chamado para atendimento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6. 2º na fila recebe notificação para comparecer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7. Sistema calcula e exibe tempo médio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8. Usuário é atendido e excluído da fila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9. Fila atualiza automaticamente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Protótipo de Telas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Protótipo interativo disponível em: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github.com/Deivisan/Metodologia-EAD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Fluxo principal: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→ Splash → Onboarding → Home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→ Escolher clínica → Tipo de atendimento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→ Senha virtual → Acompanhamento da fila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Funcionalidades de acessibilidade: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Alto contraste, texto ampliado, alerta visual,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vibração, modo simples (TEA), leitura por voz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0B981"/>
                </a:solidFill>
              </a:defRPr>
            </a:pPr>
            <a:r>
              <a:t>Diferencial: Acessibilidade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♿ Acessibilidade não é um extra — é parte do design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Texto ampliado para baixa visão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Alto contraste para maior legibilidade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Modo simples para reduzir estímulos (TEA)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Alerta visual forte (não depende só de som)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Vibração para chamadas próximas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• Leitura por voz para avisos principais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▶ Aplicação real: Ausiane (TEA + deficiência auditiva)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  trabalhou no NAI e trouxe essa perspectiva ao projeto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4F46E5"/>
                </a:solidFill>
              </a:defRPr>
            </a:pPr>
            <a:r>
              <a:t>Equipe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🧠 Deivison — Proposta + Documentação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🏥 Rios — Pesquisa + Proposta (experiência em saúde)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♿ Ausiane — Casos + Protótipo (acessibilidade e design)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📚 Nubia — Pesquisa + Casos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📊 Artur — Fluxograma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🆕 Marcos Vinicius — Fluxograma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🎤 Uélinton — Protótipo + Slides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👤 Wallace — Slides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0" b="1">
                <a:solidFill>
                  <a:srgbClr val="10B981"/>
                </a:solidFill>
              </a:defRPr>
            </a:pPr>
            <a:r>
              <a:t>Obrigado!</a:t>
            </a:r>
          </a:p>
          <a:p>
            <a:pPr>
              <a:spcBef>
                <a:spcPts val="2000"/>
              </a:spcBef>
              <a:defRPr sz="3600">
                <a:solidFill>
                  <a:srgbClr val="FFFFFF"/>
                </a:solidFill>
              </a:defRPr>
            </a:pPr>
            <a:r>
              <a:t>Perguntas?</a:t>
            </a:r>
          </a:p>
          <a:p>
            <a:pPr>
              <a:spcBef>
                <a:spcPts val="4000"/>
              </a:spcBef>
              <a:defRPr sz="2000">
                <a:solidFill>
                  <a:srgbClr val="4F46E5"/>
                </a:solidFill>
              </a:defRPr>
            </a:pPr>
            <a:r>
              <a:t>github.com/Deivisan/Metodologia-EAD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